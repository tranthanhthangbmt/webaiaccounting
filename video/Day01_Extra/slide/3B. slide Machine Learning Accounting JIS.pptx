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93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tm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7CF68D-B26A-3D46-2395-394850CBB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1447800"/>
            <a:ext cx="8458200" cy="82673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42409C-B50E-C0BF-AB22-73F24246A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2057400"/>
            <a:ext cx="8458200" cy="40580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CC2023-E8AA-3805-D1D0-9022A5A9B4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337" y="2133600"/>
            <a:ext cx="798941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Thang Tran Thanh</cp:lastModifiedBy>
  <cp:revision>2</cp:revision>
  <dcterms:created xsi:type="dcterms:W3CDTF">2026-10-19T03:11:32Z</dcterms:created>
  <dcterms:modified xsi:type="dcterms:W3CDTF">2026-10-19T03:44:51Z</dcterms:modified>
</cp:coreProperties>
</file>